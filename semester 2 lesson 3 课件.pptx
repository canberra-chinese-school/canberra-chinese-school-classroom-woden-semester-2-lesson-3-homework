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20"/>
  </p:notesMasterIdLst>
  <p:sldIdLst>
    <p:sldId id="256" r:id="rId2"/>
    <p:sldId id="410" r:id="rId3"/>
    <p:sldId id="411" r:id="rId4"/>
    <p:sldId id="412" r:id="rId5"/>
    <p:sldId id="413" r:id="rId6"/>
    <p:sldId id="414" r:id="rId7"/>
    <p:sldId id="416" r:id="rId8"/>
    <p:sldId id="417" r:id="rId9"/>
    <p:sldId id="418" r:id="rId10"/>
    <p:sldId id="419" r:id="rId11"/>
    <p:sldId id="420" r:id="rId12"/>
    <p:sldId id="421" r:id="rId13"/>
    <p:sldId id="422" r:id="rId14"/>
    <p:sldId id="423" r:id="rId15"/>
    <p:sldId id="426" r:id="rId16"/>
    <p:sldId id="424" r:id="rId17"/>
    <p:sldId id="425" r:id="rId18"/>
    <p:sldId id="427" r:id="rId19"/>
  </p:sldIdLst>
  <p:sldSz cx="9144000" cy="5143500" type="screen16x9"/>
  <p:notesSz cx="6858000" cy="9144000"/>
  <p:embeddedFontLst>
    <p:embeddedFont>
      <p:font typeface="Didact Gothic" panose="02010600030101010101" charset="0"/>
      <p:regular r:id="rId21"/>
    </p:embeddedFont>
    <p:embeddedFont>
      <p:font typeface="Amatic SC" panose="02010600030101010101" charset="-79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60260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01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510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701" r:id="rId4"/>
    <p:sldLayoutId id="2147483702" r:id="rId5"/>
    <p:sldLayoutId id="214748370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3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Sem2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make a square?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534297" y="2415473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280" y="2409718"/>
            <a:ext cx="1628775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233" y="1576052"/>
            <a:ext cx="2819400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800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make a square?</a:t>
            </a:r>
          </a:p>
          <a:p>
            <a:pPr marL="0" lvl="0" indent="0" algn="l">
              <a:spcAft>
                <a:spcPts val="1200"/>
              </a:spcAft>
            </a:pPr>
            <a:r>
              <a:rPr lang="en-US" sz="1800" dirty="0" smtClean="0">
                <a:solidFill>
                  <a:schemeClr val="tx1"/>
                </a:solidFill>
              </a:rPr>
              <a:t>We can shorten the code</a:t>
            </a:r>
          </a:p>
          <a:p>
            <a:pPr marL="0" lvl="0" indent="0" algn="l">
              <a:spcAft>
                <a:spcPts val="1200"/>
              </a:spcAft>
            </a:pPr>
            <a:r>
              <a:rPr lang="en-US" sz="1800" dirty="0" smtClean="0">
                <a:solidFill>
                  <a:schemeClr val="tx1"/>
                </a:solidFill>
              </a:rPr>
              <a:t>a little bit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534297" y="2415473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528" y="3099511"/>
            <a:ext cx="19431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137" y="1543049"/>
            <a:ext cx="24765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498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make a triangle?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49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make a triangle?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832" y="2415473"/>
            <a:ext cx="164782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577" y="1731376"/>
            <a:ext cx="266700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381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make a triangle?</a:t>
            </a:r>
          </a:p>
          <a:p>
            <a:pPr marL="0" lvl="0" indent="0" algn="l">
              <a:spcAft>
                <a:spcPts val="1200"/>
              </a:spcAft>
            </a:pPr>
            <a:r>
              <a:rPr lang="en-US" sz="1800" dirty="0" smtClean="0">
                <a:solidFill>
                  <a:schemeClr val="tx1"/>
                </a:solidFill>
              </a:rPr>
              <a:t>This can be simplified into: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741" y="3007726"/>
            <a:ext cx="1857375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217" y="1769476"/>
            <a:ext cx="2733675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799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make a staircase?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76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make a staircase?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458" y="2415473"/>
            <a:ext cx="1933575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684" y="1856066"/>
            <a:ext cx="2540727" cy="2332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901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Using what we learned, </a:t>
            </a:r>
            <a:r>
              <a:rPr lang="en-US" altLang="zh-CN" sz="1800" dirty="0">
                <a:solidFill>
                  <a:schemeClr val="tx1"/>
                </a:solidFill>
              </a:rPr>
              <a:t>h</a:t>
            </a:r>
            <a:r>
              <a:rPr lang="en-US" altLang="zh-CN" sz="1800" dirty="0" smtClean="0">
                <a:solidFill>
                  <a:schemeClr val="tx1"/>
                </a:solidFill>
              </a:rPr>
              <a:t>ow do we make a circle?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sz="1800" dirty="0" smtClean="0">
                <a:solidFill>
                  <a:schemeClr val="tx1"/>
                </a:solidFill>
              </a:rPr>
              <a:t>Hint: Explore and try out the things we learned and see if you can make a round shape. We learned: (x is just a number)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763" y="3436350"/>
            <a:ext cx="1343025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354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Challenge: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Using what we learned, </a:t>
            </a:r>
            <a:r>
              <a:rPr lang="en-US" altLang="zh-CN" sz="1800" dirty="0">
                <a:solidFill>
                  <a:schemeClr val="tx1"/>
                </a:solidFill>
              </a:rPr>
              <a:t>h</a:t>
            </a:r>
            <a:r>
              <a:rPr lang="en-US" altLang="zh-CN" sz="1800" dirty="0" smtClean="0">
                <a:solidFill>
                  <a:schemeClr val="tx1"/>
                </a:solidFill>
              </a:rPr>
              <a:t>ow do we make a circle?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There are other answers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>
                <a:solidFill>
                  <a:schemeClr val="tx1"/>
                </a:solidFill>
              </a:rPr>
              <a:t>t</a:t>
            </a:r>
            <a:r>
              <a:rPr lang="en-US" altLang="zh-CN" sz="1800" dirty="0" smtClean="0">
                <a:solidFill>
                  <a:schemeClr val="tx1"/>
                </a:solidFill>
              </a:rPr>
              <a:t>oo!</a:t>
            </a:r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101" y="3204446"/>
            <a:ext cx="2066925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036" y="2415473"/>
            <a:ext cx="2093416" cy="197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6195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Try out a bunch of things, explore what you can do with the canvas. </a:t>
            </a:r>
            <a:r>
              <a:rPr lang="en-US" altLang="zh-CN" sz="1800" dirty="0">
                <a:solidFill>
                  <a:schemeClr val="tx1"/>
                </a:solidFill>
              </a:rPr>
              <a:t>T</a:t>
            </a:r>
            <a:r>
              <a:rPr lang="en-US" altLang="zh-CN" sz="1800" dirty="0" smtClean="0">
                <a:solidFill>
                  <a:schemeClr val="tx1"/>
                </a:solidFill>
              </a:rPr>
              <a:t>ry to make some nice patterns, or a complete mess of randomness!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05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For example, this makes a nice star pattern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564" y="2584745"/>
            <a:ext cx="19907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027" y="1870120"/>
            <a:ext cx="274320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472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Or you can just try something completely random.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581" y="2198732"/>
            <a:ext cx="2047875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361" y="1911706"/>
            <a:ext cx="2699129" cy="2440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546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 final exercise to challenge yourself: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Try to make </a:t>
            </a:r>
            <a:r>
              <a:rPr lang="en-US" altLang="zh-CN" sz="1800" dirty="0">
                <a:solidFill>
                  <a:schemeClr val="tx1"/>
                </a:solidFill>
              </a:rPr>
              <a:t>a five-pointed </a:t>
            </a:r>
            <a:r>
              <a:rPr lang="en-US" altLang="zh-CN" sz="1800" dirty="0" smtClean="0">
                <a:solidFill>
                  <a:schemeClr val="tx1"/>
                </a:solidFill>
              </a:rPr>
              <a:t>star.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969" y="2279825"/>
            <a:ext cx="2194975" cy="198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682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We can of course change the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of the star:</a:t>
            </a: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297" y="2704904"/>
            <a:ext cx="2781688" cy="3810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0067" y="2023771"/>
            <a:ext cx="2581635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7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 final exercise to challenge yourself: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Try to make </a:t>
            </a:r>
            <a:r>
              <a:rPr lang="en-US" altLang="zh-CN" sz="1800" dirty="0">
                <a:solidFill>
                  <a:schemeClr val="tx1"/>
                </a:solidFill>
              </a:rPr>
              <a:t>a five-pointed </a:t>
            </a:r>
            <a:r>
              <a:rPr lang="en-US" altLang="zh-CN" sz="1800" dirty="0" smtClean="0">
                <a:solidFill>
                  <a:schemeClr val="tx1"/>
                </a:solidFill>
              </a:rPr>
              <a:t>star.</a:t>
            </a: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084" y="2361007"/>
            <a:ext cx="2194975" cy="198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938" y="2752008"/>
            <a:ext cx="1885950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908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Now let’s try something fun and random: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264" y="2286377"/>
            <a:ext cx="2876951" cy="19338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008" y="2066699"/>
            <a:ext cx="2200582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27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make the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random!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297" y="1712711"/>
            <a:ext cx="13811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296" y="2471865"/>
            <a:ext cx="3373669" cy="1798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671" y="1765300"/>
            <a:ext cx="2266950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721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4610</TotalTime>
  <Words>269</Words>
  <Application>Microsoft Office PowerPoint</Application>
  <PresentationFormat>On-screen Show (16:9)</PresentationFormat>
  <Paragraphs>80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Didact Gothic</vt:lpstr>
      <vt:lpstr>Amatic SC</vt:lpstr>
      <vt:lpstr>Giant Doodles Newsletter by Slidesgo</vt:lpstr>
      <vt:lpstr>Python week 3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90</cp:revision>
  <dcterms:modified xsi:type="dcterms:W3CDTF">2026-08-10T02:13:13Z</dcterms:modified>
</cp:coreProperties>
</file>